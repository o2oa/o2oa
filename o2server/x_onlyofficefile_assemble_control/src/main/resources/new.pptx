
<file path=[Content_Types].xml><?xml version="1.0" encoding="utf-8"?>
<Types xmlns="http://schemas.openxmlformats.org/package/2006/content-types"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</p:sldIdLst>
  <p:sldSz cx="12192000" cy="6858000"/>
  <p:notesSz cx="12192000" cy="6858000"/>
  <p:defaultTextStyle>
    <a:defPPr>
      <a:defRPr lang="zh-Han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 /><Relationship Id="rId5" Type="http://schemas.openxmlformats.org/officeDocument/2006/relationships/tableStyles" Target="tableStyles.xml" /><Relationship Id="rId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 hidden="0"/>
          <p:cNvSpPr>
            <a:spLocks noChangeAspect="1" noGrp="1"/>
          </p:cNvSpPr>
          <p:nvPr isPhoto="0" userDrawn="0">
            <p:ph type="pic"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ctrTitle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ONLYOFFICE/6.4.2.18</Application>
  <DocSecurity>0</DocSecurity>
  <PresentationFormat>Widescreen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6</cp:revision>
  <dcterms:created xsi:type="dcterms:W3CDTF">2012-12-03T06:56:55Z</dcterms:created>
  <dcterms:modified xsi:type="dcterms:W3CDTF">2022-12-28T08:03:47Z</dcterms:modified>
  <cp:category/>
  <cp:contentStatus/>
  <cp:version/>
</cp:coreProperties>
</file>