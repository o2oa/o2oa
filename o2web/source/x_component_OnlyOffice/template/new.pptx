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12192000" cy="6858000"/>
  <p:defaultTextStyle>
    <a:defPPr>
      <a:defRPr lang="zh-Han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93AFDA-769C-DF9D-BF9E-34003472B2E6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ctrTitle" hasCustomPrompt="0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 hidden="0"/>
          <p:cNvSpPr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4/3/2025</a:t>
            </a:fld>
            <a:endParaRPr lang="en-US"/>
          </a:p>
        </p:txBody>
      </p:sp>
      <p:sp>
        <p:nvSpPr>
          <p:cNvPr id="5" name="Footer Placeholder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 hidden="0"/>
          <p:cNvSpPr>
            <a:spLocks noGrp="1"/>
          </p:cNvSpPr>
          <p:nvPr isPhoto="0" userDrawn="0">
            <p:ph idx="1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4/3/2025</a:t>
            </a:fld>
            <a:endParaRPr lang="en-US"/>
          </a:p>
        </p:txBody>
      </p:sp>
      <p:sp>
        <p:nvSpPr>
          <p:cNvPr id="5" name="Footer Placeholder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 hidden="0"/>
          <p:cNvSpPr>
            <a:spLocks noGrp="1"/>
          </p:cNvSpPr>
          <p:nvPr isPhoto="0" userDrawn="0">
            <p:ph type="body" idx="1" hasCustomPrompt="0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4/3/2025</a:t>
            </a:fld>
            <a:endParaRPr lang="en-US"/>
          </a:p>
        </p:txBody>
      </p:sp>
      <p:sp>
        <p:nvSpPr>
          <p:cNvPr id="5" name="Footer Placeholder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 hidden="0"/>
          <p:cNvSpPr>
            <a:spLocks noGrp="1"/>
          </p:cNvSpPr>
          <p:nvPr isPhoto="0" userDrawn="0">
            <p:ph sz="half" idx="1" hasCustomPrompt="0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 hidden="0"/>
          <p:cNvSpPr>
            <a:spLocks noGrp="1"/>
          </p:cNvSpPr>
          <p:nvPr isPhoto="0" userDrawn="0">
            <p:ph sz="half" idx="2" hasCustomPrompt="0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4/3/2025</a:t>
            </a:fld>
            <a:endParaRPr lang="en-US"/>
          </a:p>
        </p:txBody>
      </p:sp>
      <p:sp>
        <p:nvSpPr>
          <p:cNvPr id="6" name="Footer Placeholder 5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 hidden="0"/>
          <p:cNvSpPr>
            <a:spLocks noGrp="1"/>
          </p:cNvSpPr>
          <p:nvPr isPhoto="0" userDrawn="0">
            <p:ph type="body" idx="1" hasCustomPrompt="0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 hidden="0"/>
          <p:cNvSpPr>
            <a:spLocks noGrp="1"/>
          </p:cNvSpPr>
          <p:nvPr isPhoto="0" userDrawn="0">
            <p:ph sz="half" idx="2" hasCustomPrompt="0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 hidden="0"/>
          <p:cNvSpPr>
            <a:spLocks noGrp="1"/>
          </p:cNvSpPr>
          <p:nvPr isPhoto="0" userDrawn="0">
            <p:ph type="body" sz="quarter" idx="3" hasCustomPrompt="0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 hidden="0"/>
          <p:cNvSpPr>
            <a:spLocks noGrp="1"/>
          </p:cNvSpPr>
          <p:nvPr isPhoto="0" userDrawn="0">
            <p:ph sz="quarter" idx="4" hasCustomPrompt="0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4/3/2025</a:t>
            </a:fld>
            <a:endParaRPr lang="en-US"/>
          </a:p>
        </p:txBody>
      </p:sp>
      <p:sp>
        <p:nvSpPr>
          <p:cNvPr id="8" name="Footer Placeholder 7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4/3/2025</a:t>
            </a:fld>
            <a:endParaRPr lang="en-US"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4/3/2025</a:t>
            </a:fld>
            <a:endParaRPr lang="en-US"/>
          </a:p>
        </p:txBody>
      </p:sp>
      <p:sp>
        <p:nvSpPr>
          <p:cNvPr id="3" name="Footer Placeholder 2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 hidden="0"/>
          <p:cNvSpPr>
            <a:spLocks noGrp="1"/>
          </p:cNvSpPr>
          <p:nvPr isPhoto="0" userDrawn="0">
            <p:ph type="body" sz="half" idx="2" hasCustomPrompt="0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4/3/2025</a:t>
            </a:fld>
            <a:endParaRPr lang="en-US"/>
          </a:p>
        </p:txBody>
      </p:sp>
      <p:sp>
        <p:nvSpPr>
          <p:cNvPr id="6" name="Footer Placeholder 5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 hidden="0"/>
          <p:cNvSpPr>
            <a:spLocks noChangeAspect="1" noGrp="1"/>
          </p:cNvSpPr>
          <p:nvPr isPhoto="0" userDrawn="0">
            <p:ph type="pic" idx="1" hasCustomPrompt="0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 hidden="0"/>
          <p:cNvSpPr>
            <a:spLocks noGrp="1"/>
          </p:cNvSpPr>
          <p:nvPr isPhoto="0" userDrawn="0">
            <p:ph type="body" sz="half" idx="2" hasCustomPrompt="0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4/3/2025</a:t>
            </a:fld>
            <a:endParaRPr lang="en-US"/>
          </a:p>
        </p:txBody>
      </p:sp>
      <p:sp>
        <p:nvSpPr>
          <p:cNvPr id="6" name="Footer Placeholder 5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 hidden="0"/>
          <p:cNvSpPr>
            <a:spLocks noGrp="1"/>
          </p:cNvSpPr>
          <p:nvPr isPhoto="0" userDrawn="0">
            <p:ph type="body" orient="vert" idx="1" hasCustomPrompt="0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4/3/2025</a:t>
            </a:fld>
            <a:endParaRPr lang="en-US"/>
          </a:p>
        </p:txBody>
      </p:sp>
      <p:sp>
        <p:nvSpPr>
          <p:cNvPr id="5" name="Footer Placeholder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 hidden="0"/>
          <p:cNvSpPr>
            <a:spLocks noGrp="1"/>
          </p:cNvSpPr>
          <p:nvPr isPhoto="0" userDrawn="0">
            <p:ph type="title" orient="vert" hasCustomPrompt="0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 hidden="0"/>
          <p:cNvSpPr>
            <a:spLocks noGrp="1"/>
          </p:cNvSpPr>
          <p:nvPr isPhoto="0" userDrawn="0">
            <p:ph type="body" orient="vert" idx="1" hasCustomPrompt="0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4/3/2025</a:t>
            </a:fld>
            <a:endParaRPr lang="en-US"/>
          </a:p>
        </p:txBody>
      </p:sp>
      <p:sp>
        <p:nvSpPr>
          <p:cNvPr id="5" name="Footer Placeholder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 hidden="0"/>
          <p:cNvSpPr>
            <a:spLocks noGrp="1"/>
          </p:cNvSpPr>
          <p:nvPr isPhoto="0" userDrawn="0">
            <p:ph type="body" idx="1" hasCustomPrompt="0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 hidden="0"/>
          <p:cNvSpPr>
            <a:spLocks noGrp="1"/>
          </p:cNvSpPr>
          <p:nvPr isPhoto="0" userDrawn="0">
            <p:ph type="dt" sz="half" idx="2" hasCustomPrompt="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4/3/2025</a:t>
            </a:fld>
            <a:endParaRPr lang="en-US"/>
          </a:p>
        </p:txBody>
      </p:sp>
      <p:sp>
        <p:nvSpPr>
          <p:cNvPr id="5" name="Footer Placeholder 4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ctrTitle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Subtitle 2" hidden="0"/>
          <p:cNvSpPr>
            <a:spLocks noGrp="1"/>
          </p:cNvSpPr>
          <p:nvPr isPhoto="0" userDrawn="0">
            <p:ph type="subTitle" idx="1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onlyoffice/8.3.2.19</Application>
  <DocSecurity>0</DocSecurity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>张志平</cp:lastModifiedBy>
  <cp:revision>7</cp:revision>
  <dcterms:created xsi:type="dcterms:W3CDTF">2012-12-03T06:56:55Z</dcterms:created>
  <dcterms:modified xsi:type="dcterms:W3CDTF">2025-04-03T11:37:53Z</dcterms:modified>
  <cp:category/>
  <cp:contentStatus/>
  <cp:version/>
</cp:coreProperties>
</file>